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RUN_20260916_103502 [ЖИВОЙ ОНЛАЙН-ПАРСИНГ] • 2026-09-16 10:35:02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